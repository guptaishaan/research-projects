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bfbf0c969f4060" /><Relationship Type="http://schemas.openxmlformats.org/officeDocument/2006/relationships/extended-properties" Target="/docProps/app.xml" Id="R603934030faf44a8" /><Relationship Type="http://schemas.openxmlformats.org/officeDocument/2006/relationships/officeDocument" Target="/ppt/presentation.xml" Id="R563f640f34cb4b4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f75829bd48b483b"/>
  </p:sldMasterIdLst>
  <p:notesMasterIdLst>
    <p:notesMasterId xmlns:r="http://schemas.openxmlformats.org/officeDocument/2006/relationships" r:id="Rbf67c3b5a40a4511"/>
  </p:notesMasterIdLst>
  <p:sldIdLst>
    <p:sldId xmlns:r="http://schemas.openxmlformats.org/officeDocument/2006/relationships" id="256" r:id="R07b2843b6f4343e2"/>
    <p:sldId xmlns:r="http://schemas.openxmlformats.org/officeDocument/2006/relationships" id="257" r:id="R830a7aef6bba46c3"/>
    <p:sldId xmlns:r="http://schemas.openxmlformats.org/officeDocument/2006/relationships" id="258" r:id="R88298f7ef12746ed"/>
    <p:sldId xmlns:r="http://schemas.openxmlformats.org/officeDocument/2006/relationships" id="259" r:id="R020ce61d48264f93"/>
    <p:sldId xmlns:r="http://schemas.openxmlformats.org/officeDocument/2006/relationships" id="260" r:id="R5d3a68aecda64869"/>
    <p:sldId xmlns:r="http://schemas.openxmlformats.org/officeDocument/2006/relationships" id="261" r:id="Rfec97e5630634817"/>
    <p:sldId xmlns:r="http://schemas.openxmlformats.org/officeDocument/2006/relationships" id="262" r:id="R9b0779232e6847c8"/>
    <p:sldId xmlns:r="http://schemas.openxmlformats.org/officeDocument/2006/relationships" id="263" r:id="R9ac535fbdee7425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2d67aef2d51a4166"/>
      <p:bold xmlns:r="http://schemas.openxmlformats.org/officeDocument/2006/relationships" r:id="R941df38df5f34127"/>
      <p:italic xmlns:r="http://schemas.openxmlformats.org/officeDocument/2006/relationships" r:id="R85ec9cc425994e52"/>
      <p:boldItalic xmlns:r="http://schemas.openxmlformats.org/officeDocument/2006/relationships" r:id="Rb703d25090d14a2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a3e0f5160443a" /><Relationship Type="http://schemas.openxmlformats.org/officeDocument/2006/relationships/slideMaster" Target="/ppt/slideMasters/slideMaster1.xml" Id="R6f75829bd48b483b" /><Relationship Type="http://schemas.openxmlformats.org/officeDocument/2006/relationships/notesMaster" Target="/ppt/notesMasters/notesMaster1.xml" Id="Rbf67c3b5a40a4511" /><Relationship Type="http://schemas.openxmlformats.org/officeDocument/2006/relationships/presProps" Target="/ppt/presProps.xml" Id="Rf4c1ab76060d4d01" /><Relationship Type="http://schemas.openxmlformats.org/officeDocument/2006/relationships/viewProps" Target="/ppt/viewProps.xml" Id="Rfeabf563bb504f6c" /><Relationship Type="http://schemas.openxmlformats.org/officeDocument/2006/relationships/tableStyles" Target="/ppt/tableStyles.xml" Id="Rbd0a6bb5b496419a" /><Relationship Type="http://schemas.openxmlformats.org/officeDocument/2006/relationships/font" Target="/ppt/fonts/font.dat" Id="R2d67aef2d51a4166" /><Relationship Type="http://schemas.openxmlformats.org/officeDocument/2006/relationships/font" Target="/ppt/fonts/font2.dat" Id="R941df38df5f34127" /><Relationship Type="http://schemas.openxmlformats.org/officeDocument/2006/relationships/font" Target="/ppt/fonts/font3.dat" Id="R85ec9cc425994e52" /><Relationship Type="http://schemas.openxmlformats.org/officeDocument/2006/relationships/font" Target="/ppt/fonts/font4.dat" Id="Rb703d25090d14a26" /><Relationship Type="http://schemas.openxmlformats.org/officeDocument/2006/relationships/slide" Target="/ppt/slides/slide1.xml" Id="R07b2843b6f4343e2" /><Relationship Type="http://schemas.openxmlformats.org/officeDocument/2006/relationships/slide" Target="/ppt/slides/slide2.xml" Id="R830a7aef6bba46c3" /><Relationship Type="http://schemas.openxmlformats.org/officeDocument/2006/relationships/slide" Target="/ppt/slides/slide3.xml" Id="R88298f7ef12746ed" /><Relationship Type="http://schemas.openxmlformats.org/officeDocument/2006/relationships/slide" Target="/ppt/slides/slide4.xml" Id="R020ce61d48264f93" /><Relationship Type="http://schemas.openxmlformats.org/officeDocument/2006/relationships/slide" Target="/ppt/slides/slide5.xml" Id="R5d3a68aecda64869" /><Relationship Type="http://schemas.openxmlformats.org/officeDocument/2006/relationships/slide" Target="/ppt/slides/slide6.xml" Id="Rfec97e5630634817" /><Relationship Type="http://schemas.openxmlformats.org/officeDocument/2006/relationships/slide" Target="/ppt/slides/slide7.xml" Id="R9b0779232e6847c8" /><Relationship Type="http://schemas.openxmlformats.org/officeDocument/2006/relationships/slide" Target="/ppt/slides/slide8.xml" Id="R9ac535fbdee7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d3f635b25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f3aae00c0c409d" /><Relationship Type="http://schemas.openxmlformats.org/officeDocument/2006/relationships/notesMaster" Target="/ppt/notesMasters/notesMaster1.xml" Id="R08f14cfa2b2c4c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86ca3ea934278" /><Relationship Type="http://schemas.openxmlformats.org/officeDocument/2006/relationships/notesMaster" Target="/ppt/notesMasters/notesMaster1.xml" Id="Ra4d3a4de5daa4e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0ef5e7051d405f" /><Relationship Type="http://schemas.openxmlformats.org/officeDocument/2006/relationships/notesMaster" Target="/ppt/notesMasters/notesMaster1.xml" Id="R88ed36a8c2134b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ee5352f0e44950" /><Relationship Type="http://schemas.openxmlformats.org/officeDocument/2006/relationships/notesMaster" Target="/ppt/notesMasters/notesMaster1.xml" Id="R43ee2c0d8527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6638f400614cc5" /><Relationship Type="http://schemas.openxmlformats.org/officeDocument/2006/relationships/notesMaster" Target="/ppt/notesMasters/notesMaster1.xml" Id="R6fa1378d9986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3244aba4a4421" /><Relationship Type="http://schemas.openxmlformats.org/officeDocument/2006/relationships/notesMaster" Target="/ppt/notesMasters/notesMaster1.xml" Id="Rf49c1e4d3794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432f2c3784f0c" /><Relationship Type="http://schemas.openxmlformats.org/officeDocument/2006/relationships/notesMaster" Target="/ppt/notesMasters/notesMaster1.xml" Id="R1454faef736e48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b8ca5ace1b42f2" /><Relationship Type="http://schemas.openxmlformats.org/officeDocument/2006/relationships/notesMaster" Target="/ppt/notesMasters/notesMaster1.xml" Id="R1e931ed36ec94f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question. The official paper title is: When the Target Is Wrong: Reframing Plant Radiation Dosimetry as Cross-Study Exposure Triage. Credit every author listed on the slide.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problem before introducing models. State the specific research question and the criterion that makes the answer defensible.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data, validation boundary, then models or analysis. Emphasize the unit that is held 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figure to explain why the study design matters. Describe the visual pattern first, then interpret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/private/tmp/research-projects-icaise-read/papers/raddose-triage/figures/fig1_design_audit.pdf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three headline values. Explain the strongest supported claim and avoid turning descriptive differences into stronger causal or statistical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/private/tmp/research-projects-icaise-read/papers/raddose-triage/main.pdf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second figure to connect the numeric result to the paper's central methodological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/private/tmp/research-projects-icaise-read/papers/raddose-triage/figures/fig2_model_ladder.pdf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conclusion in three steps: what we did, what we found, and why the result matters. End with the next experiment or validation step that would strengthen the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Summarize what was done, the main finding, and its importance in three short sentences, then invite questions.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/private/tmp/research-projects-icaise-read/papers/raddose-triage/main.pdf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6f5aef52445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d15f2dd5341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ae3a015b448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4c4d8513249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189bfdd374b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54b2ccb5e48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908992b2f4b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13883e3a0465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4e3e16c5e14ac6" /><Relationship Type="http://schemas.openxmlformats.org/officeDocument/2006/relationships/slideLayout" Target="/ppt/slideLayouts/slideLayout1.xml" Id="R686a08db05114f6b" /><Relationship Type="http://schemas.openxmlformats.org/officeDocument/2006/relationships/slideLayout" Target="/ppt/slideLayouts/slideLayout2.xml" Id="R9a1c424633cc4527" /><Relationship Type="http://schemas.openxmlformats.org/officeDocument/2006/relationships/slideLayout" Target="/ppt/slideLayouts/slideLayout3.xml" Id="R1ff490457e114bf8" /><Relationship Type="http://schemas.openxmlformats.org/officeDocument/2006/relationships/slideLayout" Target="/ppt/slideLayouts/slideLayout4.xml" Id="Re91ad7646d8640e8" /><Relationship Type="http://schemas.openxmlformats.org/officeDocument/2006/relationships/slideLayout" Target="/ppt/slideLayouts/slideLayout5.xml" Id="R88eb3a8134634618" /><Relationship Type="http://schemas.openxmlformats.org/officeDocument/2006/relationships/slideLayout" Target="/ppt/slideLayouts/slideLayout6.xml" Id="Rfa647b1628734653" /><Relationship Type="http://schemas.openxmlformats.org/officeDocument/2006/relationships/slideLayout" Target="/ppt/slideLayouts/slideLayout7.xml" Id="R70c9eb63d1a543bb" /><Relationship Type="http://schemas.openxmlformats.org/officeDocument/2006/relationships/slideLayout" Target="/ppt/slideLayouts/slideLayout8.xml" Id="Ra6e9dc6ea80d4d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6a08db05114f6b"/>
    <p:sldLayoutId xmlns:r="http://schemas.openxmlformats.org/officeDocument/2006/relationships" id="2147483650" r:id="R9a1c424633cc4527"/>
    <p:sldLayoutId xmlns:r="http://schemas.openxmlformats.org/officeDocument/2006/relationships" id="2147483651" r:id="R1ff490457e114bf8"/>
    <p:sldLayoutId xmlns:r="http://schemas.openxmlformats.org/officeDocument/2006/relationships" id="2147483652" r:id="Re91ad7646d8640e8"/>
    <p:sldLayoutId xmlns:r="http://schemas.openxmlformats.org/officeDocument/2006/relationships" id="2147483653" r:id="R88eb3a8134634618"/>
    <p:sldLayoutId xmlns:r="http://schemas.openxmlformats.org/officeDocument/2006/relationships" id="2147483654" r:id="Rfa647b1628734653"/>
    <p:sldLayoutId xmlns:r="http://schemas.openxmlformats.org/officeDocument/2006/relationships" id="2147483655" r:id="R70c9eb63d1a543bb"/>
    <p:sldLayoutId xmlns:r="http://schemas.openxmlformats.org/officeDocument/2006/relationships" id="2147483656" r:id="Ra6e9dc6ea80d4d9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a7bca6afc4684" /><Relationship Type="http://schemas.openxmlformats.org/officeDocument/2006/relationships/notesSlide" Target="/ppt/notesSlides/notesSlide1.xml" Id="Re6f2ceaacd9343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d7774a7314b0b" /><Relationship Type="http://schemas.openxmlformats.org/officeDocument/2006/relationships/notesSlide" Target="/ppt/notesSlides/notesSlide2.xml" Id="R725affb7ab4247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ea88af22e4dc3" /><Relationship Type="http://schemas.openxmlformats.org/officeDocument/2006/relationships/notesSlide" Target="/ppt/notesSlides/notesSlide3.xml" Id="R4c98d71c985f4a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2bf62161f492e" /><Relationship Type="http://schemas.openxmlformats.org/officeDocument/2006/relationships/image" Target="/ppt/media/image.png" Id="R120e884dc1144af6" /><Relationship Type="http://schemas.openxmlformats.org/officeDocument/2006/relationships/notesSlide" Target="/ppt/notesSlides/notesSlide4.xml" Id="Rfe9ff8cc81b2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f11788ceb4659" /><Relationship Type="http://schemas.openxmlformats.org/officeDocument/2006/relationships/notesSlide" Target="/ppt/notesSlides/notesSlide5.xml" Id="R95130d803e3c41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ce8e7de4a4d8c" /><Relationship Type="http://schemas.openxmlformats.org/officeDocument/2006/relationships/image" Target="/ppt/media/image2.png" Id="R8f98fe934fda4c2d" /><Relationship Type="http://schemas.openxmlformats.org/officeDocument/2006/relationships/notesSlide" Target="/ppt/notesSlides/notesSlide6.xml" Id="Rac2d0873f3b443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9d7eb91d84dba" /><Relationship Type="http://schemas.openxmlformats.org/officeDocument/2006/relationships/notesSlide" Target="/ppt/notesSlides/notesSlide7.xml" Id="R018f4a6127cc46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8d0f336234108" /><Relationship Type="http://schemas.openxmlformats.org/officeDocument/2006/relationships/notesSlide" Target="/ppt/notesSlides/notesSlide8.xml" Id="R5e1561de6cac49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700">
                <a:latin typeface="Helvetica Neue"/>
                <a:ea typeface="Helvetica Neue"/>
                <a:cs typeface="Helvetica Neue"/>
              </a:rPr>
              <a:t>When the target is wrong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Authors: Sanvi Desai, Sushant Donadi, Gayatri Goli, Soham Gupta, Aswath Madhan, Jackson Szekeres, Srikanth Samy, Ishaan Gupta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50">
                <a:latin typeface="Helvetica Neue"/>
                <a:ea typeface="Helvetica Neue"/>
                <a:cs typeface="Helvetica Neue"/>
              </a:rPr>
              <a:t>ICAISE 2026 · CC5090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Original target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Predict absorbed radiation dose from gene expression.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Identifiability problem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A dose-response model needs a well-sampled dose axis. Here 87% of samples sit at exactly 0 or 100 Gy.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 sz="1500"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Audit the target before fitting the model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Reframed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For a sample from a study never seen in training, was the plant irradiated?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Scientific discipline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Retain the failed exact-dose regression as the negative result that motivates the more defensible exposure-triage endpoint.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 sz="1500"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Validate across studies, not samples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158 Arabidopsis RNA-seq samples × 4,002 genes from six NASA OSDR studies: 58 controls and 100 exposed samples.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Leave one complete study out. Gene selection, scaling, and fitting all occur inside each training fold; threshold fixed at 0.5.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MODELS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Literature panel, logistic, RBF-SVM, ExtraTrees, and a 50/100-gene stability ensemble; dose regression repeated secondarily.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 sz="1500"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dose axis is bimodal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The design determines the target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Of 158 samples, 138 are at 0 or 100 Gy. Only 20 occupy intermediate doses, and study composition is highly uneven.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The collection supports exposed-versus-control triage far better than exact-dose estimation.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e884dc1144af6"/>
          <a:stretch xmlns:a="http://schemas.openxmlformats.org/drawingml/2006/main"/>
        </p:blipFill>
        <p:spPr>
          <a:xfrm xmlns:a="http://schemas.openxmlformats.org/drawingml/2006/main" flipH="0" flipV="0">
            <a:off x="6269040" y="2136856"/>
            <a:ext cx="5539740" cy="2121177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500"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reframed classifier transfers across studies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pooled balanced accuracy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exact-dose regression MAE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pooled ROC-AUC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82.4%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0.883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33.6 Gy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2100" b="1">
                <a:latin typeface="Helvetica Neue"/>
                <a:ea typeface="Helvetica Neue"/>
                <a:cs typeface="Helvetica Neue"/>
              </a:rPr>
              <a:t>Main result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The stability ensemble reaches 84.2% pooled accuracy under leave-one-study-out validation. Exact-dose regression returns 33.6 Gy MAE—the negative result the design predicts.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 sz="1500"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Balanced metrics change the ranking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Why accuracy is not enough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Because 63.3% of samples are exposed, the always-exposed rule reaches 63.3% accuracy but only 0.50 balanced accuracy and zero specificity.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The ensemble leads at the fixed threshold, while pooled AUC is similar to top-100 ExtraTrees.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8fe934fda4c2d"/>
          <a:stretch xmlns:a="http://schemas.openxmlformats.org/drawingml/2006/main"/>
        </p:blipFill>
        <p:spPr>
          <a:xfrm xmlns:a="http://schemas.openxmlformats.org/drawingml/2006/main" flipH="0" flipV="0">
            <a:off x="6269040" y="1947938"/>
            <a:ext cx="5539740" cy="249901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 sz="1500"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Conclusion: change the target to match the data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latin typeface="Helvetica Neue"/>
                <a:ea typeface="Helvetica Neue"/>
                <a:cs typeface="Helvetica Neue"/>
              </a:rPr>
              <a:t>What we did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82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FOUND · Triage reached 0.883 ROC-AUC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25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 audited six plant RNA-seq studies, showed exact dose was weakly identified, and reframed the task as exposed-versus-control triage.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Exact-dose regression remained poor at 33.6 Gy MAE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WHY IT MATTERS · A defensible target changes the conclusion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Hold out whole studies—not samples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8433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 on a genuinely untouched study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The right target changed</a:t>
            </a:r>
          </a:p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the scientific conclusion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Did: audited the design and reframed the target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Found: 0.883 AUC triage; 33.6 Gy dose MAE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Matters: match the endpoint to identifiable data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25">
                <a:latin typeface="Helvetica Neue"/>
                <a:ea typeface="Helvetica Neue"/>
                <a:cs typeface="Helvetica Neue"/>
              </a:rPr>
              <a:t>CC5090 · Questions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2026-08-21T03:36:34.3080000Z</dcterms:created>
  <dcterms:modified xsi:type="dcterms:W3CDTF">2026-08-21T03:36:34.3080000Z</dcterms:modified>
</coreProperties>
</file>